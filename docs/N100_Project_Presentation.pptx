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N100 Financial Intelligence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4D6"/>
                </a:solidFill>
              </a:rPr>
              <a:t>Production-grade financial analytics for all 92 Nifty 100 companies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3657600" cy="0"/>
          </a:xfrm>
          <a:prstGeom prst="line">
            <a:avLst/>
          </a:prstGeom>
          <a:noFill/>
          <a:ln w="25400">
            <a:solidFill>
              <a:srgbClr val="4FA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Madanala Abhishek Varma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Data Analyst Intern — Bluestock Fintech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C2"/>
                </a:solidFill>
              </a:rPr>
              <a:t>6 Sprints  ·  ETL to REST API  ·  167 Passing Tests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&amp; Objective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Why this project, and what it had to deliver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Nifty 100 companies publish rich fundamental data (P&amp;L, balance sheet, cash flow) — but scattered across raw files with no unified analysis layer.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Objective: build a single platform that ingests, validates, scores, screens, clusters, reports on, and serves this data — usable by both a human analyst (dashboard) and other systems (REST API).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Scope: 92 companies, 12 source datasets, 6 two-week sprints, solo build.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From raw Excel files to a live REST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</a:rPr>
              <a:t>Raw Data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 Excel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(7 core + 5 supporting)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8346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24912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</a:rPr>
              <a:t>ETL + DQ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loader.py, validator.py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16 quality rules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28346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92624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92624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</a:rPr>
              <a:t>SQLite DB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992624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 tables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indexed on company_id/year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04304" y="28346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60336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0336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</a:rPr>
              <a:t>Analytics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260336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30+ KPIs, screener,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clustering, NLP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272016" y="28346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528048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28048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Dashboard + API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528048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6"/>
                </a:solidFill>
              </a:rPr>
              <a:t>8-screen 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4D6"/>
                </a:solidFill>
              </a:rPr>
              <a:t>16-endpoint FastAPI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Note: the dashboard and API are two independent access paths to the same database and shared analytics functions — not chained to each other. See “Known Limitations.”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Pipeline &amp; Quality Engine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Sprint 1 — Ingestion, normalization, validation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727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92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Companies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5727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13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Database tables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5727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16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Data quality rules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0" y="15727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Source datasets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089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Custom loader normalizes inconsistent date formats ("Mar-23", "FY24") and ticker casing across all 12 raw files.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16 automated data-quality rules (PK uniqueness, FK integrity, balance-sheet balance, positive sales, URL format, and more) — all CRITICAL issues resolved before load.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Every rule is unit-tested (19 tests) by injecting a deliberately-violating DataFrame per rule, not just spot-checked.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KPI Engine &amp; Investment Screener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Sprint 2–3 — 30+ ratios, composite scoring, live filtering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30+ financial KPIs per company-year: ROE, ROCE, D/E, OPM, ICR, 5-year CAGRs, free cash flow — each with defined edge-case behavior (e.g. ROE returns None on negative equity, not a misleading negative-of-negative ratio).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Composite Quality Score blends these into one ranking, winsorized at P10/P90 to stop extreme outliers (e.g. a company with 4,280% ROE from a near-zero equity base) from dominating the score.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Screener: 10 live filters, 6 presets (Quality Compounder, Value Pick, Dividend Champion...), sector-aware — D/E filtering is deliberately skipped for Financials, since high leverage is structurally normal for a bank.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NLP Pros/Cons &amp; Cash Flow Intelligence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Sprint 5 — Auto-generated insight for every company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24 confidence-scored rules (12 pro, 12 con) generate plain-English pros and cons for all 92 companies from their own financial ratios — not copied from any manually-sourced file.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Cash Flow Intelligence: CFO quality scoring, CapEx intensity, distress/deleveraging flags, and an 8-pattern capital allocation classification (Reinvestor, Shareholder Returns, Growth Funded by Debt...).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Sector-aware by design: leverage-based rules and the Distress Signal flag are skipped for Financials, after an early version incorrectly flagged normal bank leverage as a red flag.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Clustering &amp; Peer Benchmarking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Sprint 6 — Unsupervised grouping, percentile ranking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KMeans (k=5) on ROE, D/E, Revenue CAGR, FCF CAGR, and OPM — sector-median imputation for missing values, with a global-median fallback where a sector's own median is unavailable.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5 clusters, named from their actual computed profiles: Core Balanced Performers, Leveraged Growth Compounders, High-Quality Low-Leverage Compounders, and two genuine outlier pairs (PSU defense and PSU utility stocks).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F2937"/>
                </a:solidFill>
              </a:rPr>
              <a:t>11 peer groups with precomputed percentile ranks across 10 metrics, feeding an 8-axis radar comparison against group average and a named benchmark company.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PDF Reporting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Sprint 5 — Tearsheets, sector reports, portfolio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7276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91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42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Company tearsheets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(2 pages each)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57276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10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542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Sector reports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0" y="157276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92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542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Page portfolio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summary PDF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918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F2937"/>
                </a:solidFill>
              </a:rPr>
              <a:t>Built with ReportLab: KPI tiles, 10-year revenue/profit charts, ROE trend lines, balance sheet composition, a true cascading cash-flow waterfall, and auto-generated pros/cons.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F2937"/>
                </a:solidFill>
              </a:rPr>
              <a:t>1 company (JIOFIN) correctly skipped for having fewer than 3 years of history — logged, not silently dropped.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F2937"/>
                </a:solidFill>
              </a:rPr>
              <a:t>Every tearsheet visually inspected by rendering to PNG, not just checked for a successful exit code.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REST API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Sprint 6 — FastAPI, 16 endpoints, OpenAPI + Postman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16 endpoints under /api/v1: companies, screener, sectors, peers, valuation, portfolio stats, documents, tearsheet download, health.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Auto-exported OpenAPI spec (docs/openapi.json) and a derived Postman collection for immediate use by other tools.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</a:rPr>
              <a:t>Verified against a live running server (not just in-process tests): 10 concurrent screener requests complete in ~1 second.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Testing &amp; Code Quality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Sprint 6 — Verified, not assumed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7276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B34"/>
                </a:solidFill>
              </a:rPr>
              <a:t>167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50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Passing tests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7276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B34"/>
                </a:solidFill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450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Docstring coverage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57276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B34"/>
                </a:solidFill>
              </a:rPr>
              <a:t>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450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Ruff lint findings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157276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B34"/>
                </a:solidFill>
              </a:rPr>
              <a:t>16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450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DQ rules tested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004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Tests span ETL, KPI computation, data quality, screener, and the full API layer — including a dashboard/API integration test proving both consume the identical underlying scoring function.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</a:rPr>
              <a:t>Full pytest HTML report generated and reviewed for every run, not just a pass/fail count.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Findings — Bugs Found &amp; Fixed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Real engineering, not a polished façade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F2937"/>
                </a:solidFill>
              </a:rPr>
              <a:t>Sector-blind leverage rules: early pros/cons and Distress Signal logic flagged normal bank leverage as a red flag — found via tearsheet visual QA, fixed, re-verified.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F2937"/>
                </a:solidFill>
              </a:rPr>
              <a:t>Silent JSON serialization bug: pandas' df.where(df.notna(), None) reverts to NaN on float64 columns, breaking the screener API — found by testing, fixed with post-conversion sanitization.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F2937"/>
                </a:solidFill>
              </a:rPr>
              <a:t>PNG-in-PDF overflow: table cells built from plain strings instead of Paragraph objects silently truncated long text — caught twice (tearsheets, then again in the analyst guide) by rendering to image and actually looking.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F2937"/>
                </a:solidFill>
              </a:rPr>
              <a:t>Two of my own test assumptions were wrong and caught by running them: a screener filter's intentional bank exemption, and the screener's real company count (90, not 92).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Known Limitations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Documented, not hidden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</a:rPr>
              <a:t>10 sectors (not 11), 13 database tables (not 10), 16 DQ rules (not 14) — the schema and scope grew past early planning assumptions; every downstream consumer uses the real numbers.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</a:rPr>
              <a:t>SBIN and ATGL are absent from financial_ratios entirely, so the screener excludes them completely (though they still appear correctly elsewhere as N/A).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</a:rPr>
              <a:t>ROCE has no per-year time series in the source data — any ROCE trend shown is a derived EBIT/Capital Employed proxy, always labelled as such.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</a:rPr>
              <a:t>Dashboard and API are not connected to each other — two independent paths to the same data, not a client/server pair. Not built in any sprint, and no acceptance gate tested for it.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</a:rPr>
              <a:t>4 of 20 final acceptance gates fail on real evidence (a genuine row-count shortfall and three spec-wording mismatches) — documented in full in acceptance_checklist.pdf.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</a:rPr>
              <a:t>Where the project landed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7276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92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Companies covered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7276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16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59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API endpoints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57276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167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359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Passing tests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157276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359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Sprints, on schedule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1272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91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13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PDF tearsheets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31272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24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913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NLP pros/cons rules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1272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</a:rPr>
              <a:t>5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913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KMeans clusters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30175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31272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16/20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3913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Acceptance gates passing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6"/>
                </a:solidFill>
              </a:rPr>
              <a:t>Full source, documentation, and reports available in the submission package.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C2"/>
                </a:solidFill>
              </a:rPr>
              <a:t>Madanala Abhishek Varma  |  abhishekmadanala@gmail.com  |  github.com/Abhishek-369V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N100 Financial Intelligence Platform  |  Bluestock Fintech Internship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2026-09-21T09:31:24Z</dcterms:created>
  <dcterms:modified xsi:type="dcterms:W3CDTF">2026-09-21T09:31:24Z</dcterms:modified>
</cp:coreProperties>
</file>